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4"/>
    <p:sldMasterId id="214748371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Bebas Neue"/>
      <p:regular r:id="rId19"/>
    </p:embeddedFont>
    <p:embeddedFont>
      <p:font typeface="Barlow Medium"/>
      <p:regular r:id="rId20"/>
      <p:bold r:id="rId21"/>
      <p:italic r:id="rId22"/>
      <p:boldItalic r:id="rId23"/>
    </p:embeddedFont>
    <p:embeddedFont>
      <p:font typeface="Be Vietnam Pro"/>
      <p:regular r:id="rId24"/>
      <p:bold r:id="rId25"/>
      <p:italic r:id="rId26"/>
      <p:boldItalic r:id="rId27"/>
    </p:embeddedFont>
    <p:embeddedFont>
      <p:font typeface="Be Vietnam Pro Medium"/>
      <p:regular r:id="rId28"/>
      <p:bold r:id="rId29"/>
      <p:italic r:id="rId30"/>
      <p:boldItalic r:id="rId31"/>
    </p:embeddedFont>
    <p:embeddedFont>
      <p:font typeface="PT Sans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Medium-regular.fntdata"/><Relationship Id="rId22" Type="http://schemas.openxmlformats.org/officeDocument/2006/relationships/font" Target="fonts/BarlowMedium-italic.fntdata"/><Relationship Id="rId21" Type="http://schemas.openxmlformats.org/officeDocument/2006/relationships/font" Target="fonts/BarlowMedium-bold.fntdata"/><Relationship Id="rId24" Type="http://schemas.openxmlformats.org/officeDocument/2006/relationships/font" Target="fonts/BeVietnamPro-regular.fntdata"/><Relationship Id="rId23" Type="http://schemas.openxmlformats.org/officeDocument/2006/relationships/font" Target="fonts/Barlow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BeVietnamPro-italic.fntdata"/><Relationship Id="rId25" Type="http://schemas.openxmlformats.org/officeDocument/2006/relationships/font" Target="fonts/BeVietnamPro-bold.fntdata"/><Relationship Id="rId28" Type="http://schemas.openxmlformats.org/officeDocument/2006/relationships/font" Target="fonts/BeVietnamProMedium-regular.fntdata"/><Relationship Id="rId27" Type="http://schemas.openxmlformats.org/officeDocument/2006/relationships/font" Target="fonts/BeVietnamPr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eVietnamPro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eVietnamProMedium-boldItalic.fntdata"/><Relationship Id="rId30" Type="http://schemas.openxmlformats.org/officeDocument/2006/relationships/font" Target="fonts/BeVietnamProMedium-italic.fntdata"/><Relationship Id="rId11" Type="http://schemas.openxmlformats.org/officeDocument/2006/relationships/slide" Target="slides/slide5.xml"/><Relationship Id="rId33" Type="http://schemas.openxmlformats.org/officeDocument/2006/relationships/font" Target="fonts/PTSans-bold.fntdata"/><Relationship Id="rId10" Type="http://schemas.openxmlformats.org/officeDocument/2006/relationships/slide" Target="slides/slide4.xml"/><Relationship Id="rId32" Type="http://schemas.openxmlformats.org/officeDocument/2006/relationships/font" Target="fonts/PTSans-regular.fntdata"/><Relationship Id="rId13" Type="http://schemas.openxmlformats.org/officeDocument/2006/relationships/slide" Target="slides/slide7.xml"/><Relationship Id="rId35" Type="http://schemas.openxmlformats.org/officeDocument/2006/relationships/font" Target="fonts/PTSans-boldItalic.fntdata"/><Relationship Id="rId12" Type="http://schemas.openxmlformats.org/officeDocument/2006/relationships/slide" Target="slides/slide6.xml"/><Relationship Id="rId34" Type="http://schemas.openxmlformats.org/officeDocument/2006/relationships/font" Target="fonts/PTSans-italic.fntdata"/><Relationship Id="rId15" Type="http://schemas.openxmlformats.org/officeDocument/2006/relationships/font" Target="fonts/Poppins-regular.fntdata"/><Relationship Id="rId37" Type="http://schemas.openxmlformats.org/officeDocument/2006/relationships/font" Target="fonts/DMSans-bold.fntdata"/><Relationship Id="rId14" Type="http://schemas.openxmlformats.org/officeDocument/2006/relationships/slide" Target="slides/slide8.xml"/><Relationship Id="rId36" Type="http://schemas.openxmlformats.org/officeDocument/2006/relationships/font" Target="fonts/DMSans-regular.fntdata"/><Relationship Id="rId17" Type="http://schemas.openxmlformats.org/officeDocument/2006/relationships/font" Target="fonts/Poppins-italic.fntdata"/><Relationship Id="rId39" Type="http://schemas.openxmlformats.org/officeDocument/2006/relationships/font" Target="fonts/DMSans-boldItalic.fntdata"/><Relationship Id="rId16" Type="http://schemas.openxmlformats.org/officeDocument/2006/relationships/font" Target="fonts/Poppins-bold.fntdata"/><Relationship Id="rId38" Type="http://schemas.openxmlformats.org/officeDocument/2006/relationships/font" Target="fonts/DMSans-italic.fntdata"/><Relationship Id="rId19" Type="http://schemas.openxmlformats.org/officeDocument/2006/relationships/font" Target="fonts/BebasNeue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3738a19f1_0_9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e3738a19f1_0_9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e3738a19f1_0_10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e3738a19f1_0_10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e3738a19f1_0_10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e3738a19f1_0_10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e3738a19f1_0_10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e3738a19f1_0_10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3738a19f1_0_18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e3738a19f1_0_18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3738a19f1_0_9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e3738a19f1_0_9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3738a19f1_0_18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e3738a19f1_0_18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e3738a19f1_0_10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e3738a19f1_0_10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1863900" y="893150"/>
            <a:ext cx="5416200" cy="286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63900" y="3868150"/>
            <a:ext cx="5416200" cy="3822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454613" y="404399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885212" y="-407951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292157">
            <a:off x="7594664" y="3929292"/>
            <a:ext cx="2052713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33901" y="-934060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62857" y="-519533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424593">
            <a:off x="-714568" y="244234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69050" y="210263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4950" y="1348625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75" y="1106700"/>
            <a:ext cx="585975" cy="5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559329" y="1904851"/>
            <a:ext cx="875943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5225" y="3556475"/>
            <a:ext cx="363025" cy="3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713225" y="2321517"/>
            <a:ext cx="4368600" cy="8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>
            <a:off x="713225" y="1463958"/>
            <a:ext cx="1652100" cy="104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713225" y="3304538"/>
            <a:ext cx="4368600" cy="375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975053">
            <a:off x="7466801" y="3838967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129037" y="-998513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-654080" y="-524544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1650" y="359925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588">
            <a:off x="745463" y="4362958"/>
            <a:ext cx="1587623" cy="157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0639" y="2006517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3">
            <a:alphaModFix amt="60000"/>
          </a:blip>
          <a:srcRect b="9448" l="7999" r="11531" t="10820"/>
          <a:stretch/>
        </p:blipFill>
        <p:spPr>
          <a:xfrm>
            <a:off x="8290650" y="-11039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-284521" y="3977226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5055284" y="3626197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5"/>
          <p:cNvSpPr txBox="1"/>
          <p:nvPr>
            <p:ph idx="2" type="subTitle"/>
          </p:nvPr>
        </p:nvSpPr>
        <p:spPr>
          <a:xfrm>
            <a:off x="1583300" y="3626197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54604" y="44285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903508">
            <a:off x="7772943" y="-529262"/>
            <a:ext cx="1767846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7560875" y="4267925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-532555" y="79926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8800" y="3923300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1027366" y="45643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6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901862" y="-1670738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28173">
            <a:off x="-518011" y="3700890"/>
            <a:ext cx="2052713" cy="183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720000" y="1700300"/>
            <a:ext cx="4294800" cy="21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1" name="Google Shape;61;p7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7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876150" y="2966762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5931" y="1017717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75926" y="-1017747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1868" y="-679445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600" y="4410025"/>
            <a:ext cx="1243200" cy="12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-334346" y="93930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1768550" y="1614075"/>
            <a:ext cx="5607000" cy="19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8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41594" y="2142808"/>
            <a:ext cx="1457845" cy="1378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 rotWithShape="1">
          <a:blip r:embed="rId3">
            <a:alphaModFix amt="60000"/>
          </a:blip>
          <a:srcRect b="9448" l="7999" r="11531" t="10820"/>
          <a:stretch/>
        </p:blipFill>
        <p:spPr>
          <a:xfrm>
            <a:off x="8013625" y="3662575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1856" y="-187333"/>
            <a:ext cx="1457845" cy="1453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2099475" y="1369164"/>
            <a:ext cx="4945200" cy="124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subTitle"/>
          </p:nvPr>
        </p:nvSpPr>
        <p:spPr>
          <a:xfrm>
            <a:off x="2099475" y="2646036"/>
            <a:ext cx="4945200" cy="671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48363" y="-494487"/>
            <a:ext cx="1342900" cy="13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379025" y="-659714"/>
            <a:ext cx="3077200" cy="30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862301" y="1019900"/>
            <a:ext cx="1919050" cy="18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107843">
            <a:off x="-491592" y="3802702"/>
            <a:ext cx="2052713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088264" y="3902468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24598">
            <a:off x="-41552" y="609915"/>
            <a:ext cx="1463394" cy="138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7666907" y="110101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9561" y="3974466"/>
            <a:ext cx="1772036" cy="1491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>
            <p:ph idx="2" type="pic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18900732" scaled="0"/>
          </a:gra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hasCustomPrompt="1" type="title"/>
          </p:nvPr>
        </p:nvSpPr>
        <p:spPr>
          <a:xfrm>
            <a:off x="1690625" y="1785038"/>
            <a:ext cx="5762700" cy="119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1"/>
          <p:cNvSpPr txBox="1"/>
          <p:nvPr>
            <p:ph idx="1" type="subTitle"/>
          </p:nvPr>
        </p:nvSpPr>
        <p:spPr>
          <a:xfrm>
            <a:off x="1690625" y="2976263"/>
            <a:ext cx="5762700" cy="38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2" name="Google Shape;92;p11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10949" y="4219027"/>
            <a:ext cx="2172200" cy="20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1"/>
          <p:cNvPicPr preferRelativeResize="0"/>
          <p:nvPr/>
        </p:nvPicPr>
        <p:blipFill rotWithShape="1">
          <a:blip r:embed="rId3">
            <a:alphaModFix amt="60000"/>
          </a:blip>
          <a:srcRect b="9448" l="7999" r="11531" t="10820"/>
          <a:stretch/>
        </p:blipFill>
        <p:spPr>
          <a:xfrm>
            <a:off x="7453313" y="-11039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92177" y="-528148"/>
            <a:ext cx="1882197" cy="18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9287" y="2901725"/>
            <a:ext cx="906125" cy="8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subTitle"/>
          </p:nvPr>
        </p:nvSpPr>
        <p:spPr>
          <a:xfrm>
            <a:off x="1107375" y="2209192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2" type="subTitle"/>
          </p:nvPr>
        </p:nvSpPr>
        <p:spPr>
          <a:xfrm>
            <a:off x="4082000" y="2209192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3" type="subTitle"/>
          </p:nvPr>
        </p:nvSpPr>
        <p:spPr>
          <a:xfrm>
            <a:off x="1107375" y="4031300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4" type="subTitle"/>
          </p:nvPr>
        </p:nvSpPr>
        <p:spPr>
          <a:xfrm>
            <a:off x="4082000" y="4031300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hasCustomPrompt="1" idx="5" type="title"/>
          </p:nvPr>
        </p:nvSpPr>
        <p:spPr>
          <a:xfrm>
            <a:off x="1107375" y="1206925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/>
          <p:nvPr>
            <p:ph hasCustomPrompt="1" idx="6" type="title"/>
          </p:nvPr>
        </p:nvSpPr>
        <p:spPr>
          <a:xfrm>
            <a:off x="1107375" y="3028451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7" type="title"/>
          </p:nvPr>
        </p:nvSpPr>
        <p:spPr>
          <a:xfrm>
            <a:off x="4082001" y="1206925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hasCustomPrompt="1" idx="8" type="title"/>
          </p:nvPr>
        </p:nvSpPr>
        <p:spPr>
          <a:xfrm>
            <a:off x="4082001" y="3028451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idx="9" type="subTitle"/>
          </p:nvPr>
        </p:nvSpPr>
        <p:spPr>
          <a:xfrm>
            <a:off x="1107375" y="1801111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3" type="subTitle"/>
          </p:nvPr>
        </p:nvSpPr>
        <p:spPr>
          <a:xfrm>
            <a:off x="4082000" y="1801111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4" type="subTitle"/>
          </p:nvPr>
        </p:nvSpPr>
        <p:spPr>
          <a:xfrm>
            <a:off x="1107375" y="3622700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5" type="subTitle"/>
          </p:nvPr>
        </p:nvSpPr>
        <p:spPr>
          <a:xfrm>
            <a:off x="4082000" y="3622700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2" name="Google Shape;112;p13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590923" y="3389275"/>
            <a:ext cx="2545025" cy="25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424593">
            <a:off x="8141320" y="-116932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6383" y="2571751"/>
            <a:ext cx="1347068" cy="13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7">
            <a:off x="8190465" y="2739324"/>
            <a:ext cx="753111" cy="74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713225" y="3597946"/>
            <a:ext cx="47388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9" name="Google Shape;119;p14"/>
          <p:cNvSpPr txBox="1"/>
          <p:nvPr>
            <p:ph idx="1" type="subTitle"/>
          </p:nvPr>
        </p:nvSpPr>
        <p:spPr>
          <a:xfrm>
            <a:off x="713225" y="837938"/>
            <a:ext cx="4738800" cy="28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4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424593">
            <a:off x="8188370" y="375569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800" y="3784475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800" y="3529300"/>
            <a:ext cx="585975" cy="5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2297075" y="2290123"/>
            <a:ext cx="45498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" name="Google Shape;126;p15"/>
          <p:cNvSpPr txBox="1"/>
          <p:nvPr>
            <p:ph hasCustomPrompt="1" idx="2" type="title"/>
          </p:nvPr>
        </p:nvSpPr>
        <p:spPr>
          <a:xfrm>
            <a:off x="3745925" y="1479106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subTitle"/>
          </p:nvPr>
        </p:nvSpPr>
        <p:spPr>
          <a:xfrm>
            <a:off x="2297075" y="3289394"/>
            <a:ext cx="4549800" cy="375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16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846061">
            <a:off x="-495295" y="3807275"/>
            <a:ext cx="1767847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100587" y="3130024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934053">
            <a:off x="8127056" y="-437783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8559329" y="3265864"/>
            <a:ext cx="875943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2">
            <a:off x="-322596" y="2571764"/>
            <a:ext cx="875943" cy="86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" name="Google Shape;139;p17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178807">
            <a:off x="8478332" y="3828998"/>
            <a:ext cx="1566764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 rotWithShape="1">
          <a:blip r:embed="rId2">
            <a:alphaModFix amt="60000"/>
          </a:blip>
          <a:srcRect b="0" l="0" r="11300" t="7544"/>
          <a:stretch/>
        </p:blipFill>
        <p:spPr>
          <a:xfrm>
            <a:off x="-2044774" y="3410351"/>
            <a:ext cx="2758000" cy="284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424593">
            <a:off x="8174295" y="-308807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09405">
            <a:off x="8333397" y="3575363"/>
            <a:ext cx="875942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00471">
            <a:off x="-232295" y="4122693"/>
            <a:ext cx="1336958" cy="1419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09405">
            <a:off x="-317803" y="1365163"/>
            <a:ext cx="875942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720000" y="1204313"/>
            <a:ext cx="3519600" cy="16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" type="subTitle"/>
          </p:nvPr>
        </p:nvSpPr>
        <p:spPr>
          <a:xfrm>
            <a:off x="720000" y="2794193"/>
            <a:ext cx="35196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/>
          <p:nvPr>
            <p:ph idx="2" type="pic"/>
          </p:nvPr>
        </p:nvSpPr>
        <p:spPr>
          <a:xfrm>
            <a:off x="4571975" y="533875"/>
            <a:ext cx="38589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8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5204" y="-602471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6632" y="3755680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2907954" y="-397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818300" y="1637550"/>
            <a:ext cx="3799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>
            <a:off x="818300" y="2672055"/>
            <a:ext cx="3799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8436" y="3819892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8704" y="410475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7875082" y="-485282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7941741" y="424060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4649900" y="1800525"/>
            <a:ext cx="3780600" cy="6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1" type="subTitle"/>
          </p:nvPr>
        </p:nvSpPr>
        <p:spPr>
          <a:xfrm>
            <a:off x="4650075" y="2411305"/>
            <a:ext cx="3780600" cy="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0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5964" y="-508308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855928">
            <a:off x="6827462" y="-527916"/>
            <a:ext cx="1566765" cy="155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874673">
            <a:off x="6636398" y="-279185"/>
            <a:ext cx="875943" cy="86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1528413" y="1804225"/>
            <a:ext cx="3852000" cy="6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" type="subTitle"/>
          </p:nvPr>
        </p:nvSpPr>
        <p:spPr>
          <a:xfrm>
            <a:off x="1528413" y="2403107"/>
            <a:ext cx="3852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1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65779" y="-365871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5111" y="3858328"/>
            <a:ext cx="1772036" cy="14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-1023250" y="-11992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87559">
            <a:off x="-353994" y="4132880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7992791" y="-241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720000" y="1215750"/>
            <a:ext cx="77040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1" name="Google Shape;181;p22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" type="subTitle"/>
          </p:nvPr>
        </p:nvSpPr>
        <p:spPr>
          <a:xfrm>
            <a:off x="4765574" y="2358624"/>
            <a:ext cx="29103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2" type="subTitle"/>
          </p:nvPr>
        </p:nvSpPr>
        <p:spPr>
          <a:xfrm>
            <a:off x="1468125" y="2358624"/>
            <a:ext cx="29103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 txBox="1"/>
          <p:nvPr>
            <p:ph idx="3" type="subTitle"/>
          </p:nvPr>
        </p:nvSpPr>
        <p:spPr>
          <a:xfrm>
            <a:off x="1468125" y="1868750"/>
            <a:ext cx="2910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idx="4" type="subTitle"/>
          </p:nvPr>
        </p:nvSpPr>
        <p:spPr>
          <a:xfrm>
            <a:off x="4765577" y="1868750"/>
            <a:ext cx="2910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" name="Google Shape;188;p23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11356" y="-644195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3832" y="1810305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417112" y="3601249"/>
            <a:ext cx="3109275" cy="3076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23"/>
          <p:cNvGrpSpPr/>
          <p:nvPr/>
        </p:nvGrpSpPr>
        <p:grpSpPr>
          <a:xfrm>
            <a:off x="0" y="4299500"/>
            <a:ext cx="1176475" cy="896450"/>
            <a:chOff x="9620250" y="-171675"/>
            <a:chExt cx="1176475" cy="896450"/>
          </a:xfrm>
        </p:grpSpPr>
        <p:pic>
          <p:nvPicPr>
            <p:cNvPr id="193" name="Google Shape;19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20250" y="-171675"/>
              <a:ext cx="906125" cy="89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10750" y="62900"/>
              <a:ext cx="585975" cy="579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5" name="Google Shape;19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9710" y="3184506"/>
            <a:ext cx="1684062" cy="157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" name="Google Shape;198;p24"/>
          <p:cNvSpPr txBox="1"/>
          <p:nvPr>
            <p:ph idx="1" type="subTitle"/>
          </p:nvPr>
        </p:nvSpPr>
        <p:spPr>
          <a:xfrm>
            <a:off x="4832076" y="1583400"/>
            <a:ext cx="3254100" cy="21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2" type="subTitle"/>
          </p:nvPr>
        </p:nvSpPr>
        <p:spPr>
          <a:xfrm>
            <a:off x="1057900" y="1583400"/>
            <a:ext cx="3254100" cy="21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4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485750" y="356009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341697">
            <a:off x="-770336" y="3686567"/>
            <a:ext cx="2052714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3563" y="3467100"/>
            <a:ext cx="1034425" cy="10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16129" y="-532271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7043" y="3992418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7992804" y="-1905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1" type="subTitle"/>
          </p:nvPr>
        </p:nvSpPr>
        <p:spPr>
          <a:xfrm>
            <a:off x="720000" y="2520853"/>
            <a:ext cx="2305500" cy="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2" type="subTitle"/>
          </p:nvPr>
        </p:nvSpPr>
        <p:spPr>
          <a:xfrm>
            <a:off x="3419221" y="2520853"/>
            <a:ext cx="2305500" cy="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5"/>
          <p:cNvSpPr txBox="1"/>
          <p:nvPr>
            <p:ph idx="3" type="subTitle"/>
          </p:nvPr>
        </p:nvSpPr>
        <p:spPr>
          <a:xfrm>
            <a:off x="6118448" y="2520853"/>
            <a:ext cx="2305500" cy="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5"/>
          <p:cNvSpPr txBox="1"/>
          <p:nvPr>
            <p:ph idx="4" type="subTitle"/>
          </p:nvPr>
        </p:nvSpPr>
        <p:spPr>
          <a:xfrm>
            <a:off x="720000" y="2037325"/>
            <a:ext cx="23055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" name="Google Shape;213;p25"/>
          <p:cNvSpPr txBox="1"/>
          <p:nvPr>
            <p:ph idx="5" type="subTitle"/>
          </p:nvPr>
        </p:nvSpPr>
        <p:spPr>
          <a:xfrm>
            <a:off x="3419222" y="2037325"/>
            <a:ext cx="23055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" name="Google Shape;214;p25"/>
          <p:cNvSpPr txBox="1"/>
          <p:nvPr>
            <p:ph idx="6" type="subTitle"/>
          </p:nvPr>
        </p:nvSpPr>
        <p:spPr>
          <a:xfrm>
            <a:off x="6118444" y="2037325"/>
            <a:ext cx="23055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5" name="Google Shape;215;p25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 rotWithShape="1">
          <a:blip r:embed="rId2">
            <a:alphaModFix amt="60000"/>
          </a:blip>
          <a:srcRect b="6812" l="5757" r="9086" t="8671"/>
          <a:stretch/>
        </p:blipFill>
        <p:spPr>
          <a:xfrm>
            <a:off x="95250" y="3953425"/>
            <a:ext cx="2647950" cy="25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0104" y="-399046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1999781" y="4156255"/>
            <a:ext cx="1457846" cy="1453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8105770" y="368146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139479" y="-2279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1" type="subTitle"/>
          </p:nvPr>
        </p:nvSpPr>
        <p:spPr>
          <a:xfrm>
            <a:off x="1898625" y="1933447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idx="2" type="subTitle"/>
          </p:nvPr>
        </p:nvSpPr>
        <p:spPr>
          <a:xfrm>
            <a:off x="4863095" y="1933447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3" type="subTitle"/>
          </p:nvPr>
        </p:nvSpPr>
        <p:spPr>
          <a:xfrm>
            <a:off x="1898625" y="3576322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 txBox="1"/>
          <p:nvPr>
            <p:ph idx="4" type="subTitle"/>
          </p:nvPr>
        </p:nvSpPr>
        <p:spPr>
          <a:xfrm>
            <a:off x="4863095" y="3576322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6"/>
          <p:cNvSpPr txBox="1"/>
          <p:nvPr>
            <p:ph idx="5" type="subTitle"/>
          </p:nvPr>
        </p:nvSpPr>
        <p:spPr>
          <a:xfrm>
            <a:off x="1898625" y="1489700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8" name="Google Shape;228;p26"/>
          <p:cNvSpPr txBox="1"/>
          <p:nvPr>
            <p:ph idx="6" type="subTitle"/>
          </p:nvPr>
        </p:nvSpPr>
        <p:spPr>
          <a:xfrm>
            <a:off x="1898625" y="3132675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9" name="Google Shape;229;p26"/>
          <p:cNvSpPr txBox="1"/>
          <p:nvPr>
            <p:ph idx="7" type="subTitle"/>
          </p:nvPr>
        </p:nvSpPr>
        <p:spPr>
          <a:xfrm>
            <a:off x="4863090" y="1489700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0" name="Google Shape;230;p26"/>
          <p:cNvSpPr txBox="1"/>
          <p:nvPr>
            <p:ph idx="8" type="subTitle"/>
          </p:nvPr>
        </p:nvSpPr>
        <p:spPr>
          <a:xfrm>
            <a:off x="4863090" y="3132675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26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9254" y="85735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 rotWithShape="1">
          <a:blip r:embed="rId2">
            <a:alphaModFix amt="60000"/>
          </a:blip>
          <a:srcRect b="7800" l="5866" r="10807" t="7968"/>
          <a:stretch/>
        </p:blipFill>
        <p:spPr>
          <a:xfrm>
            <a:off x="-1457037" y="3827400"/>
            <a:ext cx="2590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0494" y="3092317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8003770" y="312256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089554" y="104720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9" name="Google Shape;239;p27"/>
          <p:cNvSpPr txBox="1"/>
          <p:nvPr>
            <p:ph idx="1" type="subTitle"/>
          </p:nvPr>
        </p:nvSpPr>
        <p:spPr>
          <a:xfrm>
            <a:off x="713275" y="1951024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7"/>
          <p:cNvSpPr txBox="1"/>
          <p:nvPr>
            <p:ph idx="2" type="subTitle"/>
          </p:nvPr>
        </p:nvSpPr>
        <p:spPr>
          <a:xfrm>
            <a:off x="3389882" y="1951024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7"/>
          <p:cNvSpPr txBox="1"/>
          <p:nvPr>
            <p:ph idx="3" type="subTitle"/>
          </p:nvPr>
        </p:nvSpPr>
        <p:spPr>
          <a:xfrm>
            <a:off x="713275" y="3510399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7"/>
          <p:cNvSpPr txBox="1"/>
          <p:nvPr>
            <p:ph idx="4" type="subTitle"/>
          </p:nvPr>
        </p:nvSpPr>
        <p:spPr>
          <a:xfrm>
            <a:off x="3389882" y="3510399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27"/>
          <p:cNvSpPr txBox="1"/>
          <p:nvPr>
            <p:ph idx="5" type="subTitle"/>
          </p:nvPr>
        </p:nvSpPr>
        <p:spPr>
          <a:xfrm>
            <a:off x="6066463" y="1951024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7"/>
          <p:cNvSpPr txBox="1"/>
          <p:nvPr>
            <p:ph idx="6" type="subTitle"/>
          </p:nvPr>
        </p:nvSpPr>
        <p:spPr>
          <a:xfrm>
            <a:off x="6066463" y="3510399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7"/>
          <p:cNvSpPr txBox="1"/>
          <p:nvPr>
            <p:ph idx="7" type="subTitle"/>
          </p:nvPr>
        </p:nvSpPr>
        <p:spPr>
          <a:xfrm>
            <a:off x="717918" y="152745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6" name="Google Shape;246;p27"/>
          <p:cNvSpPr txBox="1"/>
          <p:nvPr>
            <p:ph idx="8" type="subTitle"/>
          </p:nvPr>
        </p:nvSpPr>
        <p:spPr>
          <a:xfrm>
            <a:off x="3394524" y="152745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" name="Google Shape;247;p27"/>
          <p:cNvSpPr txBox="1"/>
          <p:nvPr>
            <p:ph idx="9" type="subTitle"/>
          </p:nvPr>
        </p:nvSpPr>
        <p:spPr>
          <a:xfrm>
            <a:off x="6071106" y="152745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8" name="Google Shape;248;p27"/>
          <p:cNvSpPr txBox="1"/>
          <p:nvPr>
            <p:ph idx="13" type="subTitle"/>
          </p:nvPr>
        </p:nvSpPr>
        <p:spPr>
          <a:xfrm>
            <a:off x="717918" y="308680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9" name="Google Shape;249;p27"/>
          <p:cNvSpPr txBox="1"/>
          <p:nvPr>
            <p:ph idx="14" type="subTitle"/>
          </p:nvPr>
        </p:nvSpPr>
        <p:spPr>
          <a:xfrm>
            <a:off x="3394524" y="308680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0" name="Google Shape;250;p27"/>
          <p:cNvSpPr txBox="1"/>
          <p:nvPr>
            <p:ph idx="15" type="subTitle"/>
          </p:nvPr>
        </p:nvSpPr>
        <p:spPr>
          <a:xfrm>
            <a:off x="6071106" y="308680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1" name="Google Shape;251;p27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62104" y="39086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368853">
            <a:off x="5274556" y="-771666"/>
            <a:ext cx="1619936" cy="1529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-1401775" y="410600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797972">
            <a:off x="8252555" y="-363808"/>
            <a:ext cx="1457845" cy="1453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125" y="3717550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172404" y="40984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>
            <p:ph hasCustomPrompt="1" type="title"/>
          </p:nvPr>
        </p:nvSpPr>
        <p:spPr>
          <a:xfrm>
            <a:off x="2379250" y="691900"/>
            <a:ext cx="4385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0" name="Google Shape;260;p28"/>
          <p:cNvSpPr txBox="1"/>
          <p:nvPr>
            <p:ph idx="1" type="subTitle"/>
          </p:nvPr>
        </p:nvSpPr>
        <p:spPr>
          <a:xfrm>
            <a:off x="2379250" y="1394706"/>
            <a:ext cx="4385400" cy="390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1" name="Google Shape;261;p28"/>
          <p:cNvSpPr txBox="1"/>
          <p:nvPr>
            <p:ph hasCustomPrompt="1" idx="2" type="title"/>
          </p:nvPr>
        </p:nvSpPr>
        <p:spPr>
          <a:xfrm>
            <a:off x="2379250" y="2103196"/>
            <a:ext cx="4385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2" name="Google Shape;262;p28"/>
          <p:cNvSpPr txBox="1"/>
          <p:nvPr>
            <p:ph idx="3" type="subTitle"/>
          </p:nvPr>
        </p:nvSpPr>
        <p:spPr>
          <a:xfrm>
            <a:off x="2379250" y="2805999"/>
            <a:ext cx="4385400" cy="390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3" name="Google Shape;263;p28"/>
          <p:cNvSpPr txBox="1"/>
          <p:nvPr>
            <p:ph hasCustomPrompt="1" idx="4" type="title"/>
          </p:nvPr>
        </p:nvSpPr>
        <p:spPr>
          <a:xfrm>
            <a:off x="2379250" y="3514468"/>
            <a:ext cx="4385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8"/>
          <p:cNvSpPr txBox="1"/>
          <p:nvPr>
            <p:ph idx="5" type="subTitle"/>
          </p:nvPr>
        </p:nvSpPr>
        <p:spPr>
          <a:xfrm>
            <a:off x="2379250" y="4217283"/>
            <a:ext cx="4385400" cy="390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65" name="Google Shape;265;p28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53743" y="3905243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668" y="-817162"/>
            <a:ext cx="1767847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8"/>
          <p:cNvPicPr preferRelativeResize="0"/>
          <p:nvPr/>
        </p:nvPicPr>
        <p:blipFill rotWithShape="1">
          <a:blip r:embed="rId4">
            <a:alphaModFix amt="60000"/>
          </a:blip>
          <a:srcRect b="9448" l="7999" r="11531" t="10820"/>
          <a:stretch/>
        </p:blipFill>
        <p:spPr>
          <a:xfrm>
            <a:off x="-1172425" y="-8171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424593">
            <a:off x="7929945" y="189519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04546" y="7532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730600">
            <a:off x="-494246" y="9430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hasCustomPrompt="1" type="title"/>
          </p:nvPr>
        </p:nvSpPr>
        <p:spPr>
          <a:xfrm>
            <a:off x="1171725" y="2463400"/>
            <a:ext cx="13989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29"/>
          <p:cNvSpPr txBox="1"/>
          <p:nvPr>
            <p:ph idx="1" type="subTitle"/>
          </p:nvPr>
        </p:nvSpPr>
        <p:spPr>
          <a:xfrm>
            <a:off x="720000" y="3571786"/>
            <a:ext cx="2304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subTitle"/>
          </p:nvPr>
        </p:nvSpPr>
        <p:spPr>
          <a:xfrm>
            <a:off x="720000" y="3132150"/>
            <a:ext cx="23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hasCustomPrompt="1" idx="3" type="title"/>
          </p:nvPr>
        </p:nvSpPr>
        <p:spPr>
          <a:xfrm>
            <a:off x="3873100" y="2463400"/>
            <a:ext cx="1397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29"/>
          <p:cNvSpPr txBox="1"/>
          <p:nvPr>
            <p:ph idx="4" type="subTitle"/>
          </p:nvPr>
        </p:nvSpPr>
        <p:spPr>
          <a:xfrm>
            <a:off x="3420057" y="3571786"/>
            <a:ext cx="2304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8" name="Google Shape;278;p29"/>
          <p:cNvSpPr txBox="1"/>
          <p:nvPr>
            <p:ph idx="5" type="subTitle"/>
          </p:nvPr>
        </p:nvSpPr>
        <p:spPr>
          <a:xfrm>
            <a:off x="3420057" y="3132150"/>
            <a:ext cx="23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9" name="Google Shape;279;p29"/>
          <p:cNvSpPr txBox="1"/>
          <p:nvPr>
            <p:ph hasCustomPrompt="1" idx="6" type="title"/>
          </p:nvPr>
        </p:nvSpPr>
        <p:spPr>
          <a:xfrm>
            <a:off x="6573275" y="2463400"/>
            <a:ext cx="1397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0" name="Google Shape;280;p29"/>
          <p:cNvSpPr txBox="1"/>
          <p:nvPr>
            <p:ph idx="7" type="subTitle"/>
          </p:nvPr>
        </p:nvSpPr>
        <p:spPr>
          <a:xfrm>
            <a:off x="6120115" y="3571786"/>
            <a:ext cx="2304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1" name="Google Shape;281;p29"/>
          <p:cNvSpPr txBox="1"/>
          <p:nvPr>
            <p:ph idx="8" type="subTitle"/>
          </p:nvPr>
        </p:nvSpPr>
        <p:spPr>
          <a:xfrm>
            <a:off x="6120115" y="3132150"/>
            <a:ext cx="23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2" name="Google Shape;282;p2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3" name="Google Shape;283;p29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327491">
            <a:off x="-627392" y="4087981"/>
            <a:ext cx="1566764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9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8318425" y="-494913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7787" y="73167"/>
            <a:ext cx="585975" cy="57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9541908">
            <a:off x="-130851" y="3765696"/>
            <a:ext cx="875943" cy="86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 txBox="1"/>
          <p:nvPr>
            <p:ph type="title"/>
          </p:nvPr>
        </p:nvSpPr>
        <p:spPr>
          <a:xfrm>
            <a:off x="713258" y="701784"/>
            <a:ext cx="3858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30"/>
          <p:cNvSpPr txBox="1"/>
          <p:nvPr>
            <p:ph idx="1" type="subTitle"/>
          </p:nvPr>
        </p:nvSpPr>
        <p:spPr>
          <a:xfrm>
            <a:off x="713225" y="1724946"/>
            <a:ext cx="3858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0"/>
          <p:cNvSpPr txBox="1"/>
          <p:nvPr/>
        </p:nvSpPr>
        <p:spPr>
          <a:xfrm>
            <a:off x="713225" y="3513875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 </a:t>
            </a:r>
            <a:endParaRPr sz="1200" u="sng">
              <a:solidFill>
                <a:schemeClr val="dk1"/>
              </a:solidFill>
              <a:latin typeface="Be Vietnam Pro Medium"/>
              <a:ea typeface="Be Vietnam Pro Medium"/>
              <a:cs typeface="Be Vietnam Pro Medium"/>
              <a:sym typeface="Be Vietnam Pro Medium"/>
            </a:endParaRPr>
          </a:p>
        </p:txBody>
      </p:sp>
      <p:pic>
        <p:nvPicPr>
          <p:cNvPr id="293" name="Google Shape;29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5400000">
            <a:off x="6850712" y="2848305"/>
            <a:ext cx="3077200" cy="30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0"/>
          <p:cNvPicPr preferRelativeResize="0"/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 rot="5400000">
            <a:off x="6744850" y="-1240450"/>
            <a:ext cx="2255950" cy="22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5400000">
            <a:off x="7821427" y="-714327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5400000">
            <a:off x="8070863" y="719768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10800000">
            <a:off x="6444618" y="4088795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1330558">
            <a:off x="8256799" y="2519722"/>
            <a:ext cx="541955" cy="536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3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454613" y="404399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938537" y="20234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292157">
            <a:off x="7253089" y="3624267"/>
            <a:ext cx="2052713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9451" y="-649197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0131" y="-363808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424593">
            <a:off x="7076195" y="189324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9100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4950" y="1348625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0500" y="73175"/>
            <a:ext cx="585975" cy="5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275241" y="3860601"/>
            <a:ext cx="875943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0000" y="3724750"/>
            <a:ext cx="363025" cy="3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028028" y="44285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281672">
            <a:off x="55707" y="-529262"/>
            <a:ext cx="1767846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2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 flipH="1">
            <a:off x="-1142903" y="40692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6424593">
            <a:off x="8175707" y="-308807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9746" y="3812925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6730600">
            <a:off x="7046088" y="45643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 txBox="1"/>
          <p:nvPr>
            <p:ph type="ctrTitle"/>
          </p:nvPr>
        </p:nvSpPr>
        <p:spPr>
          <a:xfrm>
            <a:off x="1863900" y="893150"/>
            <a:ext cx="5416200" cy="286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26" name="Google Shape;326;p34"/>
          <p:cNvSpPr txBox="1"/>
          <p:nvPr>
            <p:ph idx="1" type="subTitle"/>
          </p:nvPr>
        </p:nvSpPr>
        <p:spPr>
          <a:xfrm>
            <a:off x="1863900" y="3868150"/>
            <a:ext cx="5416200" cy="3822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7" name="Google Shape;327;p3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454613" y="404399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885212" y="-407951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292157">
            <a:off x="7594664" y="3929292"/>
            <a:ext cx="2052713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33901" y="-934060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62857" y="-519533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424593">
            <a:off x="-714568" y="244234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69050" y="210263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4950" y="1348625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075" y="1106700"/>
            <a:ext cx="585975" cy="5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559329" y="1904851"/>
            <a:ext cx="875943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5225" y="3556475"/>
            <a:ext cx="363025" cy="3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/>
          <p:nvPr>
            <p:ph type="title"/>
          </p:nvPr>
        </p:nvSpPr>
        <p:spPr>
          <a:xfrm>
            <a:off x="713225" y="2321517"/>
            <a:ext cx="4368600" cy="8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0" name="Google Shape;340;p35"/>
          <p:cNvSpPr txBox="1"/>
          <p:nvPr>
            <p:ph hasCustomPrompt="1" idx="2" type="title"/>
          </p:nvPr>
        </p:nvSpPr>
        <p:spPr>
          <a:xfrm>
            <a:off x="713225" y="1463958"/>
            <a:ext cx="1652100" cy="104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1" name="Google Shape;341;p35"/>
          <p:cNvSpPr txBox="1"/>
          <p:nvPr>
            <p:ph idx="1" type="subTitle"/>
          </p:nvPr>
        </p:nvSpPr>
        <p:spPr>
          <a:xfrm>
            <a:off x="713225" y="3304538"/>
            <a:ext cx="4368600" cy="375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35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3" name="Google Shape;34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975053">
            <a:off x="7466801" y="3838967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5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129037" y="-998513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-654080" y="-524544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1650" y="359925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588">
            <a:off x="745463" y="4362958"/>
            <a:ext cx="1587623" cy="157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0" name="Google Shape;350;p36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51" name="Google Shape;351;p36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0639" y="2006517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6"/>
          <p:cNvPicPr preferRelativeResize="0"/>
          <p:nvPr/>
        </p:nvPicPr>
        <p:blipFill rotWithShape="1">
          <a:blip r:embed="rId3">
            <a:alphaModFix amt="60000"/>
          </a:blip>
          <a:srcRect b="9448" l="7999" r="11531" t="10820"/>
          <a:stretch/>
        </p:blipFill>
        <p:spPr>
          <a:xfrm>
            <a:off x="8290650" y="-11039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-284521" y="3977226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7" name="Google Shape;357;p37"/>
          <p:cNvSpPr txBox="1"/>
          <p:nvPr>
            <p:ph idx="1" type="subTitle"/>
          </p:nvPr>
        </p:nvSpPr>
        <p:spPr>
          <a:xfrm>
            <a:off x="5055284" y="3626197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8" name="Google Shape;358;p37"/>
          <p:cNvSpPr txBox="1"/>
          <p:nvPr>
            <p:ph idx="2" type="subTitle"/>
          </p:nvPr>
        </p:nvSpPr>
        <p:spPr>
          <a:xfrm>
            <a:off x="1583300" y="3626197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9" name="Google Shape;359;p37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0" name="Google Shape;360;p37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37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54604" y="44285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903508">
            <a:off x="7772943" y="-529262"/>
            <a:ext cx="1767846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7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7560875" y="4267925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-532555" y="79926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58800" y="3923300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1027366" y="45643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0" name="Google Shape;370;p38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1" name="Google Shape;371;p3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901862" y="-1670738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28173">
            <a:off x="-518011" y="3700890"/>
            <a:ext cx="2052713" cy="183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5" name="Google Shape;375;p39"/>
          <p:cNvSpPr txBox="1"/>
          <p:nvPr>
            <p:ph idx="1" type="subTitle"/>
          </p:nvPr>
        </p:nvSpPr>
        <p:spPr>
          <a:xfrm>
            <a:off x="720000" y="1700300"/>
            <a:ext cx="4294800" cy="21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76" name="Google Shape;376;p39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3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876150" y="2966762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5931" y="1017717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75926" y="-1017747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1868" y="-679445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600" y="4410025"/>
            <a:ext cx="1243200" cy="12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-334346" y="93930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"/>
          <p:cNvSpPr txBox="1"/>
          <p:nvPr>
            <p:ph type="title"/>
          </p:nvPr>
        </p:nvSpPr>
        <p:spPr>
          <a:xfrm>
            <a:off x="1768550" y="1614075"/>
            <a:ext cx="5607000" cy="19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5" name="Google Shape;385;p40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41594" y="2142808"/>
            <a:ext cx="1457845" cy="1378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0"/>
          <p:cNvPicPr preferRelativeResize="0"/>
          <p:nvPr/>
        </p:nvPicPr>
        <p:blipFill rotWithShape="1">
          <a:blip r:embed="rId3">
            <a:alphaModFix amt="60000"/>
          </a:blip>
          <a:srcRect b="9448" l="7999" r="11531" t="10820"/>
          <a:stretch/>
        </p:blipFill>
        <p:spPr>
          <a:xfrm>
            <a:off x="8013625" y="3662575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1856" y="-187333"/>
            <a:ext cx="1457845" cy="1453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"/>
          <p:cNvSpPr txBox="1"/>
          <p:nvPr>
            <p:ph type="title"/>
          </p:nvPr>
        </p:nvSpPr>
        <p:spPr>
          <a:xfrm>
            <a:off x="2099475" y="1369164"/>
            <a:ext cx="4945200" cy="124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1" name="Google Shape;391;p41"/>
          <p:cNvSpPr txBox="1"/>
          <p:nvPr>
            <p:ph idx="1" type="subTitle"/>
          </p:nvPr>
        </p:nvSpPr>
        <p:spPr>
          <a:xfrm>
            <a:off x="2099475" y="2646036"/>
            <a:ext cx="4945200" cy="671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41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48363" y="-494487"/>
            <a:ext cx="1342900" cy="13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379025" y="-659714"/>
            <a:ext cx="3077200" cy="30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862301" y="1019900"/>
            <a:ext cx="1919050" cy="18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107843">
            <a:off x="-491592" y="3802702"/>
            <a:ext cx="2052713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7088264" y="3902468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24598">
            <a:off x="-41552" y="609915"/>
            <a:ext cx="1463394" cy="138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7666907" y="110101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9561" y="3974466"/>
            <a:ext cx="1772036" cy="1491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"/>
          <p:cNvSpPr/>
          <p:nvPr>
            <p:ph idx="2" type="pic"/>
          </p:nvPr>
        </p:nvSpPr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4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18900732" scaled="0"/>
          </a:gra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hasCustomPrompt="1" type="title"/>
          </p:nvPr>
        </p:nvSpPr>
        <p:spPr>
          <a:xfrm>
            <a:off x="1690625" y="1785038"/>
            <a:ext cx="5762700" cy="119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6" name="Google Shape;406;p43"/>
          <p:cNvSpPr txBox="1"/>
          <p:nvPr>
            <p:ph idx="1" type="subTitle"/>
          </p:nvPr>
        </p:nvSpPr>
        <p:spPr>
          <a:xfrm>
            <a:off x="1690625" y="2976263"/>
            <a:ext cx="5762700" cy="38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07" name="Google Shape;407;p43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8" name="Google Shape;40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10949" y="4219027"/>
            <a:ext cx="2172200" cy="20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3"/>
          <p:cNvPicPr preferRelativeResize="0"/>
          <p:nvPr/>
        </p:nvPicPr>
        <p:blipFill rotWithShape="1">
          <a:blip r:embed="rId3">
            <a:alphaModFix amt="60000"/>
          </a:blip>
          <a:srcRect b="9448" l="7999" r="11531" t="10820"/>
          <a:stretch/>
        </p:blipFill>
        <p:spPr>
          <a:xfrm>
            <a:off x="7453313" y="-11039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92177" y="-528148"/>
            <a:ext cx="1882197" cy="18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9287" y="2901725"/>
            <a:ext cx="906125" cy="8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5" name="Google Shape;415;p45"/>
          <p:cNvSpPr txBox="1"/>
          <p:nvPr>
            <p:ph idx="1" type="subTitle"/>
          </p:nvPr>
        </p:nvSpPr>
        <p:spPr>
          <a:xfrm>
            <a:off x="1107375" y="2209192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5"/>
          <p:cNvSpPr txBox="1"/>
          <p:nvPr>
            <p:ph idx="2" type="subTitle"/>
          </p:nvPr>
        </p:nvSpPr>
        <p:spPr>
          <a:xfrm>
            <a:off x="4082000" y="2209192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idx="3" type="subTitle"/>
          </p:nvPr>
        </p:nvSpPr>
        <p:spPr>
          <a:xfrm>
            <a:off x="1107375" y="4031300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4" type="subTitle"/>
          </p:nvPr>
        </p:nvSpPr>
        <p:spPr>
          <a:xfrm>
            <a:off x="4082000" y="4031300"/>
            <a:ext cx="244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5"/>
          <p:cNvSpPr txBox="1"/>
          <p:nvPr>
            <p:ph hasCustomPrompt="1" idx="5" type="title"/>
          </p:nvPr>
        </p:nvSpPr>
        <p:spPr>
          <a:xfrm>
            <a:off x="1107375" y="1206925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0" name="Google Shape;420;p45"/>
          <p:cNvSpPr txBox="1"/>
          <p:nvPr>
            <p:ph hasCustomPrompt="1" idx="6" type="title"/>
          </p:nvPr>
        </p:nvSpPr>
        <p:spPr>
          <a:xfrm>
            <a:off x="1107375" y="3028451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1" name="Google Shape;421;p45"/>
          <p:cNvSpPr txBox="1"/>
          <p:nvPr>
            <p:ph hasCustomPrompt="1" idx="7" type="title"/>
          </p:nvPr>
        </p:nvSpPr>
        <p:spPr>
          <a:xfrm>
            <a:off x="4082001" y="1206925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2" name="Google Shape;422;p45"/>
          <p:cNvSpPr txBox="1"/>
          <p:nvPr>
            <p:ph hasCustomPrompt="1" idx="8" type="title"/>
          </p:nvPr>
        </p:nvSpPr>
        <p:spPr>
          <a:xfrm>
            <a:off x="4082001" y="3028451"/>
            <a:ext cx="7788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3" name="Google Shape;423;p45"/>
          <p:cNvSpPr txBox="1"/>
          <p:nvPr>
            <p:ph idx="9" type="subTitle"/>
          </p:nvPr>
        </p:nvSpPr>
        <p:spPr>
          <a:xfrm>
            <a:off x="1107375" y="1801111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4" name="Google Shape;424;p45"/>
          <p:cNvSpPr txBox="1"/>
          <p:nvPr>
            <p:ph idx="13" type="subTitle"/>
          </p:nvPr>
        </p:nvSpPr>
        <p:spPr>
          <a:xfrm>
            <a:off x="4082000" y="1801111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5" name="Google Shape;425;p45"/>
          <p:cNvSpPr txBox="1"/>
          <p:nvPr>
            <p:ph idx="14" type="subTitle"/>
          </p:nvPr>
        </p:nvSpPr>
        <p:spPr>
          <a:xfrm>
            <a:off x="1107375" y="3622700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6" name="Google Shape;426;p45"/>
          <p:cNvSpPr txBox="1"/>
          <p:nvPr>
            <p:ph idx="15" type="subTitle"/>
          </p:nvPr>
        </p:nvSpPr>
        <p:spPr>
          <a:xfrm>
            <a:off x="4082000" y="3622700"/>
            <a:ext cx="244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7" name="Google Shape;427;p45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4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590923" y="3389275"/>
            <a:ext cx="2545025" cy="25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424593">
            <a:off x="8141320" y="-116932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6383" y="2571751"/>
            <a:ext cx="1347068" cy="13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7">
            <a:off x="8190465" y="2739324"/>
            <a:ext cx="753111" cy="74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"/>
          <p:cNvSpPr txBox="1"/>
          <p:nvPr>
            <p:ph type="title"/>
          </p:nvPr>
        </p:nvSpPr>
        <p:spPr>
          <a:xfrm>
            <a:off x="713225" y="3597946"/>
            <a:ext cx="47388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1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4" name="Google Shape;434;p46"/>
          <p:cNvSpPr txBox="1"/>
          <p:nvPr>
            <p:ph idx="1" type="subTitle"/>
          </p:nvPr>
        </p:nvSpPr>
        <p:spPr>
          <a:xfrm>
            <a:off x="713225" y="837938"/>
            <a:ext cx="4738800" cy="28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5" name="Google Shape;435;p46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6" name="Google Shape;43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424593">
            <a:off x="8188370" y="375569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800" y="3784475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800" y="3529300"/>
            <a:ext cx="585975" cy="5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7"/>
          <p:cNvSpPr txBox="1"/>
          <p:nvPr>
            <p:ph type="title"/>
          </p:nvPr>
        </p:nvSpPr>
        <p:spPr>
          <a:xfrm>
            <a:off x="2297075" y="2290123"/>
            <a:ext cx="45498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1" name="Google Shape;441;p47"/>
          <p:cNvSpPr txBox="1"/>
          <p:nvPr>
            <p:ph hasCustomPrompt="1" idx="2" type="title"/>
          </p:nvPr>
        </p:nvSpPr>
        <p:spPr>
          <a:xfrm>
            <a:off x="3745925" y="1479106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2" name="Google Shape;442;p47"/>
          <p:cNvSpPr txBox="1"/>
          <p:nvPr>
            <p:ph idx="1" type="subTitle"/>
          </p:nvPr>
        </p:nvSpPr>
        <p:spPr>
          <a:xfrm>
            <a:off x="2297075" y="3289394"/>
            <a:ext cx="4549800" cy="375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47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6" name="Google Shape;446;p48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846061">
            <a:off x="-495295" y="3807275"/>
            <a:ext cx="1767847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8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100587" y="3130024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934053">
            <a:off x="8127056" y="-437783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8559329" y="3265864"/>
            <a:ext cx="875943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2">
            <a:off x="-322596" y="2571764"/>
            <a:ext cx="875943" cy="86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4" name="Google Shape;454;p49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178807">
            <a:off x="8478332" y="3828998"/>
            <a:ext cx="1566764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9"/>
          <p:cNvPicPr preferRelativeResize="0"/>
          <p:nvPr/>
        </p:nvPicPr>
        <p:blipFill rotWithShape="1">
          <a:blip r:embed="rId2">
            <a:alphaModFix amt="60000"/>
          </a:blip>
          <a:srcRect b="0" l="0" r="11300" t="7544"/>
          <a:stretch/>
        </p:blipFill>
        <p:spPr>
          <a:xfrm>
            <a:off x="-2044774" y="3410351"/>
            <a:ext cx="2758000" cy="284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424593">
            <a:off x="8174295" y="-308807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09405">
            <a:off x="8333397" y="3575363"/>
            <a:ext cx="875942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800471">
            <a:off x="-232295" y="4122693"/>
            <a:ext cx="1336958" cy="1419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09405">
            <a:off x="-317803" y="1365163"/>
            <a:ext cx="875942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0"/>
          <p:cNvSpPr txBox="1"/>
          <p:nvPr>
            <p:ph type="title"/>
          </p:nvPr>
        </p:nvSpPr>
        <p:spPr>
          <a:xfrm>
            <a:off x="720000" y="1204313"/>
            <a:ext cx="3519600" cy="16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3" name="Google Shape;463;p50"/>
          <p:cNvSpPr txBox="1"/>
          <p:nvPr>
            <p:ph idx="1" type="subTitle"/>
          </p:nvPr>
        </p:nvSpPr>
        <p:spPr>
          <a:xfrm>
            <a:off x="720000" y="2794193"/>
            <a:ext cx="35196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50"/>
          <p:cNvSpPr/>
          <p:nvPr>
            <p:ph idx="2" type="pic"/>
          </p:nvPr>
        </p:nvSpPr>
        <p:spPr>
          <a:xfrm>
            <a:off x="4571975" y="533875"/>
            <a:ext cx="38589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0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05204" y="-602471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6632" y="3755680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2907954" y="-397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"/>
          <p:cNvSpPr txBox="1"/>
          <p:nvPr>
            <p:ph type="title"/>
          </p:nvPr>
        </p:nvSpPr>
        <p:spPr>
          <a:xfrm>
            <a:off x="818300" y="1637550"/>
            <a:ext cx="3799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1" name="Google Shape;471;p51"/>
          <p:cNvSpPr txBox="1"/>
          <p:nvPr>
            <p:ph idx="1" type="subTitle"/>
          </p:nvPr>
        </p:nvSpPr>
        <p:spPr>
          <a:xfrm>
            <a:off x="818300" y="2672055"/>
            <a:ext cx="3799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51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8436" y="3819892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8704" y="410475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7875082" y="-485282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7941741" y="424060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type="title"/>
          </p:nvPr>
        </p:nvSpPr>
        <p:spPr>
          <a:xfrm>
            <a:off x="4649900" y="1800525"/>
            <a:ext cx="3780600" cy="6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9" name="Google Shape;479;p52"/>
          <p:cNvSpPr txBox="1"/>
          <p:nvPr>
            <p:ph idx="1" type="subTitle"/>
          </p:nvPr>
        </p:nvSpPr>
        <p:spPr>
          <a:xfrm>
            <a:off x="4650075" y="2411305"/>
            <a:ext cx="3780600" cy="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52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1" name="Google Shape;4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5964" y="-508308"/>
            <a:ext cx="2052713" cy="183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855928">
            <a:off x="6827462" y="-527916"/>
            <a:ext cx="1566765" cy="155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874673">
            <a:off x="6636398" y="-279185"/>
            <a:ext cx="875943" cy="86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title"/>
          </p:nvPr>
        </p:nvSpPr>
        <p:spPr>
          <a:xfrm>
            <a:off x="1528413" y="1804225"/>
            <a:ext cx="3852000" cy="6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6" name="Google Shape;486;p53"/>
          <p:cNvSpPr txBox="1"/>
          <p:nvPr>
            <p:ph idx="1" type="subTitle"/>
          </p:nvPr>
        </p:nvSpPr>
        <p:spPr>
          <a:xfrm>
            <a:off x="1528413" y="2403107"/>
            <a:ext cx="3852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53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65779" y="-365871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5111" y="3858328"/>
            <a:ext cx="1772036" cy="14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53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-1023250" y="-11992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87559">
            <a:off x="-353994" y="4132880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7992791" y="-241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5" name="Google Shape;495;p54"/>
          <p:cNvSpPr txBox="1"/>
          <p:nvPr>
            <p:ph idx="1" type="body"/>
          </p:nvPr>
        </p:nvSpPr>
        <p:spPr>
          <a:xfrm>
            <a:off x="720000" y="1215750"/>
            <a:ext cx="77040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96" name="Google Shape;496;p54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9" name="Google Shape;499;p55"/>
          <p:cNvSpPr txBox="1"/>
          <p:nvPr>
            <p:ph idx="1" type="subTitle"/>
          </p:nvPr>
        </p:nvSpPr>
        <p:spPr>
          <a:xfrm>
            <a:off x="4765574" y="2358624"/>
            <a:ext cx="29103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55"/>
          <p:cNvSpPr txBox="1"/>
          <p:nvPr>
            <p:ph idx="2" type="subTitle"/>
          </p:nvPr>
        </p:nvSpPr>
        <p:spPr>
          <a:xfrm>
            <a:off x="1468125" y="2358624"/>
            <a:ext cx="29103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55"/>
          <p:cNvSpPr txBox="1"/>
          <p:nvPr>
            <p:ph idx="3" type="subTitle"/>
          </p:nvPr>
        </p:nvSpPr>
        <p:spPr>
          <a:xfrm>
            <a:off x="1468125" y="1868750"/>
            <a:ext cx="2910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2" name="Google Shape;502;p55"/>
          <p:cNvSpPr txBox="1"/>
          <p:nvPr>
            <p:ph idx="4" type="subTitle"/>
          </p:nvPr>
        </p:nvSpPr>
        <p:spPr>
          <a:xfrm>
            <a:off x="4765577" y="1868750"/>
            <a:ext cx="2910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03" name="Google Shape;503;p55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11356" y="-644195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3832" y="1810305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5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417112" y="3601249"/>
            <a:ext cx="3109275" cy="3076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7" name="Google Shape;507;p55"/>
          <p:cNvGrpSpPr/>
          <p:nvPr/>
        </p:nvGrpSpPr>
        <p:grpSpPr>
          <a:xfrm>
            <a:off x="0" y="4299500"/>
            <a:ext cx="1176475" cy="896450"/>
            <a:chOff x="9620250" y="-171675"/>
            <a:chExt cx="1176475" cy="896450"/>
          </a:xfrm>
        </p:grpSpPr>
        <p:pic>
          <p:nvPicPr>
            <p:cNvPr id="508" name="Google Shape;508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20250" y="-171675"/>
              <a:ext cx="906125" cy="896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9" name="Google Shape;509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10750" y="62900"/>
              <a:ext cx="585975" cy="579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0" name="Google Shape;51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9710" y="3184506"/>
            <a:ext cx="1684062" cy="157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3" name="Google Shape;513;p56"/>
          <p:cNvSpPr txBox="1"/>
          <p:nvPr>
            <p:ph idx="1" type="subTitle"/>
          </p:nvPr>
        </p:nvSpPr>
        <p:spPr>
          <a:xfrm>
            <a:off x="4832076" y="1583400"/>
            <a:ext cx="3254100" cy="21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56"/>
          <p:cNvSpPr txBox="1"/>
          <p:nvPr>
            <p:ph idx="2" type="subTitle"/>
          </p:nvPr>
        </p:nvSpPr>
        <p:spPr>
          <a:xfrm>
            <a:off x="1057900" y="1583400"/>
            <a:ext cx="3254100" cy="21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56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6" name="Google Shape;516;p56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485750" y="356009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341697">
            <a:off x="-770336" y="3686567"/>
            <a:ext cx="2052714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3563" y="3467100"/>
            <a:ext cx="1034425" cy="10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16129" y="-532271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7043" y="3992418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7992804" y="-1905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1" type="subTitle"/>
          </p:nvPr>
        </p:nvSpPr>
        <p:spPr>
          <a:xfrm>
            <a:off x="720000" y="2520853"/>
            <a:ext cx="2305500" cy="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57"/>
          <p:cNvSpPr txBox="1"/>
          <p:nvPr>
            <p:ph idx="2" type="subTitle"/>
          </p:nvPr>
        </p:nvSpPr>
        <p:spPr>
          <a:xfrm>
            <a:off x="3419221" y="2520853"/>
            <a:ext cx="2305500" cy="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57"/>
          <p:cNvSpPr txBox="1"/>
          <p:nvPr>
            <p:ph idx="3" type="subTitle"/>
          </p:nvPr>
        </p:nvSpPr>
        <p:spPr>
          <a:xfrm>
            <a:off x="6118448" y="2520853"/>
            <a:ext cx="2305500" cy="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57"/>
          <p:cNvSpPr txBox="1"/>
          <p:nvPr>
            <p:ph idx="4" type="subTitle"/>
          </p:nvPr>
        </p:nvSpPr>
        <p:spPr>
          <a:xfrm>
            <a:off x="720000" y="2037325"/>
            <a:ext cx="23055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8" name="Google Shape;528;p57"/>
          <p:cNvSpPr txBox="1"/>
          <p:nvPr>
            <p:ph idx="5" type="subTitle"/>
          </p:nvPr>
        </p:nvSpPr>
        <p:spPr>
          <a:xfrm>
            <a:off x="3419222" y="2037325"/>
            <a:ext cx="23055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9" name="Google Shape;529;p57"/>
          <p:cNvSpPr txBox="1"/>
          <p:nvPr>
            <p:ph idx="6" type="subTitle"/>
          </p:nvPr>
        </p:nvSpPr>
        <p:spPr>
          <a:xfrm>
            <a:off x="6118444" y="2037325"/>
            <a:ext cx="2305500" cy="4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30" name="Google Shape;530;p57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1" name="Google Shape;531;p57"/>
          <p:cNvPicPr preferRelativeResize="0"/>
          <p:nvPr/>
        </p:nvPicPr>
        <p:blipFill rotWithShape="1">
          <a:blip r:embed="rId2">
            <a:alphaModFix amt="60000"/>
          </a:blip>
          <a:srcRect b="6812" l="5757" r="9086" t="8671"/>
          <a:stretch/>
        </p:blipFill>
        <p:spPr>
          <a:xfrm>
            <a:off x="95250" y="3953425"/>
            <a:ext cx="2647950" cy="25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0104" y="-399046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1999781" y="4156255"/>
            <a:ext cx="1457846" cy="1453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8105770" y="368146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139479" y="-227949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8" name="Google Shape;538;p58"/>
          <p:cNvSpPr txBox="1"/>
          <p:nvPr>
            <p:ph idx="1" type="subTitle"/>
          </p:nvPr>
        </p:nvSpPr>
        <p:spPr>
          <a:xfrm>
            <a:off x="1898625" y="1933447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58"/>
          <p:cNvSpPr txBox="1"/>
          <p:nvPr>
            <p:ph idx="2" type="subTitle"/>
          </p:nvPr>
        </p:nvSpPr>
        <p:spPr>
          <a:xfrm>
            <a:off x="4863095" y="1933447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58"/>
          <p:cNvSpPr txBox="1"/>
          <p:nvPr>
            <p:ph idx="3" type="subTitle"/>
          </p:nvPr>
        </p:nvSpPr>
        <p:spPr>
          <a:xfrm>
            <a:off x="1898625" y="3576322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58"/>
          <p:cNvSpPr txBox="1"/>
          <p:nvPr>
            <p:ph idx="4" type="subTitle"/>
          </p:nvPr>
        </p:nvSpPr>
        <p:spPr>
          <a:xfrm>
            <a:off x="4863095" y="3576322"/>
            <a:ext cx="23823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58"/>
          <p:cNvSpPr txBox="1"/>
          <p:nvPr>
            <p:ph idx="5" type="subTitle"/>
          </p:nvPr>
        </p:nvSpPr>
        <p:spPr>
          <a:xfrm>
            <a:off x="1898625" y="1489700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3" name="Google Shape;543;p58"/>
          <p:cNvSpPr txBox="1"/>
          <p:nvPr>
            <p:ph idx="6" type="subTitle"/>
          </p:nvPr>
        </p:nvSpPr>
        <p:spPr>
          <a:xfrm>
            <a:off x="1898625" y="3132675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4" name="Google Shape;544;p58"/>
          <p:cNvSpPr txBox="1"/>
          <p:nvPr>
            <p:ph idx="7" type="subTitle"/>
          </p:nvPr>
        </p:nvSpPr>
        <p:spPr>
          <a:xfrm>
            <a:off x="4863090" y="1489700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5" name="Google Shape;545;p58"/>
          <p:cNvSpPr txBox="1"/>
          <p:nvPr>
            <p:ph idx="8" type="subTitle"/>
          </p:nvPr>
        </p:nvSpPr>
        <p:spPr>
          <a:xfrm>
            <a:off x="4863090" y="3132675"/>
            <a:ext cx="23823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6" name="Google Shape;546;p58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7" name="Google Shape;54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9254" y="85735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58"/>
          <p:cNvPicPr preferRelativeResize="0"/>
          <p:nvPr/>
        </p:nvPicPr>
        <p:blipFill rotWithShape="1">
          <a:blip r:embed="rId2">
            <a:alphaModFix amt="60000"/>
          </a:blip>
          <a:srcRect b="7800" l="5866" r="10807" t="7968"/>
          <a:stretch/>
        </p:blipFill>
        <p:spPr>
          <a:xfrm>
            <a:off x="-1457037" y="3827400"/>
            <a:ext cx="2590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0494" y="3092317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424593">
            <a:off x="8003770" y="3122568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089554" y="104720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4" name="Google Shape;554;p59"/>
          <p:cNvSpPr txBox="1"/>
          <p:nvPr>
            <p:ph idx="1" type="subTitle"/>
          </p:nvPr>
        </p:nvSpPr>
        <p:spPr>
          <a:xfrm>
            <a:off x="713275" y="1951024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59"/>
          <p:cNvSpPr txBox="1"/>
          <p:nvPr>
            <p:ph idx="2" type="subTitle"/>
          </p:nvPr>
        </p:nvSpPr>
        <p:spPr>
          <a:xfrm>
            <a:off x="3389882" y="1951024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59"/>
          <p:cNvSpPr txBox="1"/>
          <p:nvPr>
            <p:ph idx="3" type="subTitle"/>
          </p:nvPr>
        </p:nvSpPr>
        <p:spPr>
          <a:xfrm>
            <a:off x="713275" y="3510399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59"/>
          <p:cNvSpPr txBox="1"/>
          <p:nvPr>
            <p:ph idx="4" type="subTitle"/>
          </p:nvPr>
        </p:nvSpPr>
        <p:spPr>
          <a:xfrm>
            <a:off x="3389882" y="3510399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59"/>
          <p:cNvSpPr txBox="1"/>
          <p:nvPr>
            <p:ph idx="5" type="subTitle"/>
          </p:nvPr>
        </p:nvSpPr>
        <p:spPr>
          <a:xfrm>
            <a:off x="6066463" y="1951024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59"/>
          <p:cNvSpPr txBox="1"/>
          <p:nvPr>
            <p:ph idx="6" type="subTitle"/>
          </p:nvPr>
        </p:nvSpPr>
        <p:spPr>
          <a:xfrm>
            <a:off x="6066463" y="3510399"/>
            <a:ext cx="2364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59"/>
          <p:cNvSpPr txBox="1"/>
          <p:nvPr>
            <p:ph idx="7" type="subTitle"/>
          </p:nvPr>
        </p:nvSpPr>
        <p:spPr>
          <a:xfrm>
            <a:off x="717918" y="152745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1" name="Google Shape;561;p59"/>
          <p:cNvSpPr txBox="1"/>
          <p:nvPr>
            <p:ph idx="8" type="subTitle"/>
          </p:nvPr>
        </p:nvSpPr>
        <p:spPr>
          <a:xfrm>
            <a:off x="3394524" y="152745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2" name="Google Shape;562;p59"/>
          <p:cNvSpPr txBox="1"/>
          <p:nvPr>
            <p:ph idx="9" type="subTitle"/>
          </p:nvPr>
        </p:nvSpPr>
        <p:spPr>
          <a:xfrm>
            <a:off x="6071106" y="152745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3" name="Google Shape;563;p59"/>
          <p:cNvSpPr txBox="1"/>
          <p:nvPr>
            <p:ph idx="13" type="subTitle"/>
          </p:nvPr>
        </p:nvSpPr>
        <p:spPr>
          <a:xfrm>
            <a:off x="717918" y="308680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4" name="Google Shape;564;p59"/>
          <p:cNvSpPr txBox="1"/>
          <p:nvPr>
            <p:ph idx="14" type="subTitle"/>
          </p:nvPr>
        </p:nvSpPr>
        <p:spPr>
          <a:xfrm>
            <a:off x="3394524" y="308680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5" name="Google Shape;565;p59"/>
          <p:cNvSpPr txBox="1"/>
          <p:nvPr>
            <p:ph idx="15" type="subTitle"/>
          </p:nvPr>
        </p:nvSpPr>
        <p:spPr>
          <a:xfrm>
            <a:off x="6071106" y="3086800"/>
            <a:ext cx="2354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66" name="Google Shape;566;p59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7" name="Google Shape;567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62104" y="39086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368853">
            <a:off x="5274556" y="-771666"/>
            <a:ext cx="1619936" cy="1529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59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-1401775" y="410600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797972">
            <a:off x="8252555" y="-363808"/>
            <a:ext cx="1457845" cy="1453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125" y="3717550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8172404" y="40984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0"/>
          <p:cNvSpPr txBox="1"/>
          <p:nvPr>
            <p:ph hasCustomPrompt="1" type="title"/>
          </p:nvPr>
        </p:nvSpPr>
        <p:spPr>
          <a:xfrm>
            <a:off x="2379250" y="691900"/>
            <a:ext cx="4385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5" name="Google Shape;575;p60"/>
          <p:cNvSpPr txBox="1"/>
          <p:nvPr>
            <p:ph idx="1" type="subTitle"/>
          </p:nvPr>
        </p:nvSpPr>
        <p:spPr>
          <a:xfrm>
            <a:off x="2379250" y="1394706"/>
            <a:ext cx="4385400" cy="390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76" name="Google Shape;576;p60"/>
          <p:cNvSpPr txBox="1"/>
          <p:nvPr>
            <p:ph hasCustomPrompt="1" idx="2" type="title"/>
          </p:nvPr>
        </p:nvSpPr>
        <p:spPr>
          <a:xfrm>
            <a:off x="2379250" y="2103196"/>
            <a:ext cx="4385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7" name="Google Shape;577;p60"/>
          <p:cNvSpPr txBox="1"/>
          <p:nvPr>
            <p:ph idx="3" type="subTitle"/>
          </p:nvPr>
        </p:nvSpPr>
        <p:spPr>
          <a:xfrm>
            <a:off x="2379250" y="2805999"/>
            <a:ext cx="4385400" cy="390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78" name="Google Shape;578;p60"/>
          <p:cNvSpPr txBox="1"/>
          <p:nvPr>
            <p:ph hasCustomPrompt="1" idx="4" type="title"/>
          </p:nvPr>
        </p:nvSpPr>
        <p:spPr>
          <a:xfrm>
            <a:off x="2379250" y="3514468"/>
            <a:ext cx="43854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60"/>
          <p:cNvSpPr txBox="1"/>
          <p:nvPr>
            <p:ph idx="5" type="subTitle"/>
          </p:nvPr>
        </p:nvSpPr>
        <p:spPr>
          <a:xfrm>
            <a:off x="2379250" y="4217283"/>
            <a:ext cx="4385400" cy="390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0" name="Google Shape;580;p60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53743" y="3905243"/>
            <a:ext cx="1797171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668" y="-817162"/>
            <a:ext cx="1767847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60"/>
          <p:cNvPicPr preferRelativeResize="0"/>
          <p:nvPr/>
        </p:nvPicPr>
        <p:blipFill rotWithShape="1">
          <a:blip r:embed="rId4">
            <a:alphaModFix amt="60000"/>
          </a:blip>
          <a:srcRect b="9448" l="7999" r="11531" t="10820"/>
          <a:stretch/>
        </p:blipFill>
        <p:spPr>
          <a:xfrm>
            <a:off x="-1172425" y="-8171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424593">
            <a:off x="7929945" y="189519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04546" y="7532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730600">
            <a:off x="-494246" y="9430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1"/>
          <p:cNvSpPr txBox="1"/>
          <p:nvPr>
            <p:ph hasCustomPrompt="1" type="title"/>
          </p:nvPr>
        </p:nvSpPr>
        <p:spPr>
          <a:xfrm>
            <a:off x="1171725" y="2463400"/>
            <a:ext cx="13989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9" name="Google Shape;589;p61"/>
          <p:cNvSpPr txBox="1"/>
          <p:nvPr>
            <p:ph idx="1" type="subTitle"/>
          </p:nvPr>
        </p:nvSpPr>
        <p:spPr>
          <a:xfrm>
            <a:off x="720000" y="3571786"/>
            <a:ext cx="2304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90" name="Google Shape;590;p61"/>
          <p:cNvSpPr txBox="1"/>
          <p:nvPr>
            <p:ph idx="2" type="subTitle"/>
          </p:nvPr>
        </p:nvSpPr>
        <p:spPr>
          <a:xfrm>
            <a:off x="720000" y="3132150"/>
            <a:ext cx="23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1" name="Google Shape;591;p61"/>
          <p:cNvSpPr txBox="1"/>
          <p:nvPr>
            <p:ph hasCustomPrompt="1" idx="3" type="title"/>
          </p:nvPr>
        </p:nvSpPr>
        <p:spPr>
          <a:xfrm>
            <a:off x="3873100" y="2463400"/>
            <a:ext cx="1397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2" name="Google Shape;592;p61"/>
          <p:cNvSpPr txBox="1"/>
          <p:nvPr>
            <p:ph idx="4" type="subTitle"/>
          </p:nvPr>
        </p:nvSpPr>
        <p:spPr>
          <a:xfrm>
            <a:off x="3420057" y="3571786"/>
            <a:ext cx="2304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93" name="Google Shape;593;p61"/>
          <p:cNvSpPr txBox="1"/>
          <p:nvPr>
            <p:ph idx="5" type="subTitle"/>
          </p:nvPr>
        </p:nvSpPr>
        <p:spPr>
          <a:xfrm>
            <a:off x="3420057" y="3132150"/>
            <a:ext cx="23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4" name="Google Shape;594;p61"/>
          <p:cNvSpPr txBox="1"/>
          <p:nvPr>
            <p:ph hasCustomPrompt="1" idx="6" type="title"/>
          </p:nvPr>
        </p:nvSpPr>
        <p:spPr>
          <a:xfrm>
            <a:off x="6573275" y="2463400"/>
            <a:ext cx="1397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5" name="Google Shape;595;p61"/>
          <p:cNvSpPr txBox="1"/>
          <p:nvPr>
            <p:ph idx="7" type="subTitle"/>
          </p:nvPr>
        </p:nvSpPr>
        <p:spPr>
          <a:xfrm>
            <a:off x="6120115" y="3571786"/>
            <a:ext cx="23040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96" name="Google Shape;596;p61"/>
          <p:cNvSpPr txBox="1"/>
          <p:nvPr>
            <p:ph idx="8" type="subTitle"/>
          </p:nvPr>
        </p:nvSpPr>
        <p:spPr>
          <a:xfrm>
            <a:off x="6120115" y="3132150"/>
            <a:ext cx="23040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7" name="Google Shape;597;p6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8" name="Google Shape;598;p61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9" name="Google Shape;599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327491">
            <a:off x="-627392" y="4087981"/>
            <a:ext cx="1566764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61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>
            <a:off x="8318425" y="-494913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37787" y="73167"/>
            <a:ext cx="585975" cy="57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9541908">
            <a:off x="-130851" y="3765696"/>
            <a:ext cx="875943" cy="86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2"/>
          <p:cNvSpPr txBox="1"/>
          <p:nvPr>
            <p:ph type="title"/>
          </p:nvPr>
        </p:nvSpPr>
        <p:spPr>
          <a:xfrm>
            <a:off x="713258" y="701784"/>
            <a:ext cx="3858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6" name="Google Shape;606;p62"/>
          <p:cNvSpPr txBox="1"/>
          <p:nvPr>
            <p:ph idx="1" type="subTitle"/>
          </p:nvPr>
        </p:nvSpPr>
        <p:spPr>
          <a:xfrm>
            <a:off x="713225" y="1724946"/>
            <a:ext cx="3858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62"/>
          <p:cNvSpPr txBox="1"/>
          <p:nvPr/>
        </p:nvSpPr>
        <p:spPr>
          <a:xfrm>
            <a:off x="713225" y="3513875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 </a:t>
            </a:r>
            <a:endParaRPr sz="1200" u="sng">
              <a:solidFill>
                <a:schemeClr val="dk1"/>
              </a:solidFill>
              <a:latin typeface="Be Vietnam Pro Medium"/>
              <a:ea typeface="Be Vietnam Pro Medium"/>
              <a:cs typeface="Be Vietnam Pro Medium"/>
              <a:sym typeface="Be Vietnam Pro Medium"/>
            </a:endParaRPr>
          </a:p>
        </p:txBody>
      </p:sp>
      <p:pic>
        <p:nvPicPr>
          <p:cNvPr id="608" name="Google Shape;608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5400000">
            <a:off x="6850712" y="2848305"/>
            <a:ext cx="3077200" cy="30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62"/>
          <p:cNvPicPr preferRelativeResize="0"/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 rot="5400000">
            <a:off x="6744850" y="-1240450"/>
            <a:ext cx="2255950" cy="22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5400000">
            <a:off x="7821427" y="-714327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5400000">
            <a:off x="8070863" y="719768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10800000">
            <a:off x="6444618" y="4088795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1330558">
            <a:off x="8256799" y="2519722"/>
            <a:ext cx="541955" cy="536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3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6" name="Google Shape;616;p6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454613" y="404399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6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938537" y="202349"/>
            <a:ext cx="3109275" cy="30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292157">
            <a:off x="7253089" y="3624267"/>
            <a:ext cx="2052713" cy="1834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9451" y="-649197"/>
            <a:ext cx="2307325" cy="228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0131" y="-363808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424593">
            <a:off x="7076195" y="1893243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9100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4950" y="1348625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0500" y="73175"/>
            <a:ext cx="585975" cy="5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6730600">
            <a:off x="275241" y="3860601"/>
            <a:ext cx="875943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0000" y="3724750"/>
            <a:ext cx="363025" cy="3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4"/>
          <p:cNvSpPr/>
          <p:nvPr/>
        </p:nvSpPr>
        <p:spPr>
          <a:xfrm>
            <a:off x="155525" y="144825"/>
            <a:ext cx="8833200" cy="4839600"/>
          </a:xfrm>
          <a:prstGeom prst="frame">
            <a:avLst>
              <a:gd fmla="val 1255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9" name="Google Shape;629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028028" y="4428504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281672">
            <a:off x="55707" y="-529262"/>
            <a:ext cx="1767846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64"/>
          <p:cNvPicPr preferRelativeResize="0"/>
          <p:nvPr/>
        </p:nvPicPr>
        <p:blipFill rotWithShape="1">
          <a:blip r:embed="rId2">
            <a:alphaModFix amt="60000"/>
          </a:blip>
          <a:srcRect b="9448" l="7999" r="11531" t="10820"/>
          <a:stretch/>
        </p:blipFill>
        <p:spPr>
          <a:xfrm flipH="1">
            <a:off x="-1142903" y="4069250"/>
            <a:ext cx="2501975" cy="24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6424593">
            <a:off x="8175707" y="-308807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9746" y="3812925"/>
            <a:ext cx="906125" cy="8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6730600">
            <a:off x="7046088" y="4564351"/>
            <a:ext cx="875943" cy="86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32" Type="http://schemas.openxmlformats.org/officeDocument/2006/relationships/theme" Target="../theme/theme3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●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○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■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●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○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■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●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○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■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3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●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○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■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●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○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■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●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○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 Vietnam Pro Medium"/>
              <a:buChar char="■"/>
              <a:defRPr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8.jp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2"/>
            </a:gs>
            <a:gs pos="100000">
              <a:schemeClr val="lt1"/>
            </a:gs>
          </a:gsLst>
          <a:lin ang="18900044" scaled="0"/>
        </a:gra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5"/>
          <p:cNvSpPr txBox="1"/>
          <p:nvPr>
            <p:ph type="ctrTitle"/>
          </p:nvPr>
        </p:nvSpPr>
        <p:spPr>
          <a:xfrm>
            <a:off x="958950" y="966600"/>
            <a:ext cx="7226100" cy="32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Of Frogs and Fungi</a:t>
            </a:r>
            <a:endParaRPr sz="6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00"/>
              <a:t>A Transcriptome Project on </a:t>
            </a:r>
            <a:r>
              <a:rPr b="0" i="1" lang="en" sz="2500"/>
              <a:t>Batrachochytrium dendrobatidis</a:t>
            </a:r>
            <a:endParaRPr b="0" i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Jose Sanchez</a:t>
            </a:r>
            <a:endParaRPr b="0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39" r="0" t="0"/>
          <a:stretch/>
        </p:blipFill>
        <p:spPr>
          <a:xfrm>
            <a:off x="4239602" y="869088"/>
            <a:ext cx="4636649" cy="3405325"/>
          </a:xfrm>
          <a:prstGeom prst="rect">
            <a:avLst/>
          </a:prstGeom>
        </p:spPr>
      </p:pic>
      <p:sp>
        <p:nvSpPr>
          <p:cNvPr id="645" name="Google Shape;645;p66"/>
          <p:cNvSpPr txBox="1"/>
          <p:nvPr>
            <p:ph type="title"/>
          </p:nvPr>
        </p:nvSpPr>
        <p:spPr>
          <a:xfrm>
            <a:off x="720000" y="440868"/>
            <a:ext cx="3519600" cy="7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46" name="Google Shape;646;p66"/>
          <p:cNvSpPr txBox="1"/>
          <p:nvPr>
            <p:ph idx="1" type="subTitle"/>
          </p:nvPr>
        </p:nvSpPr>
        <p:spPr>
          <a:xfrm>
            <a:off x="302949" y="1117825"/>
            <a:ext cx="3846000" cy="31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en"/>
              <a:t>B. </a:t>
            </a:r>
            <a:r>
              <a:rPr i="1" lang="en"/>
              <a:t>dendrobatidis</a:t>
            </a:r>
            <a:r>
              <a:rPr lang="en"/>
              <a:t> (</a:t>
            </a:r>
            <a:r>
              <a:rPr i="1" lang="en"/>
              <a:t>Bd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Causes chytridiomycosis (skin </a:t>
            </a:r>
            <a:r>
              <a:rPr lang="en"/>
              <a:t>disease, </a:t>
            </a:r>
            <a:r>
              <a:rPr lang="en"/>
              <a:t>leads to death)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Affects amphibians (500 spp. </a:t>
            </a:r>
            <a:r>
              <a:rPr lang="en"/>
              <a:t>d</a:t>
            </a:r>
            <a:r>
              <a:rPr lang="en"/>
              <a:t>eclined, 90 extinctions)</a:t>
            </a:r>
            <a:r>
              <a:rPr baseline="30000" lang="en"/>
              <a:t>1,2</a:t>
            </a:r>
            <a:endParaRPr baseline="30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Degrades </a:t>
            </a:r>
            <a:r>
              <a:rPr lang="en"/>
              <a:t>keratin</a:t>
            </a:r>
            <a:r>
              <a:rPr lang="en"/>
              <a:t> layer in skin =&gt; disrupts skin function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Reproductive structures: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Sporangia: Where spores are formed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Zoospore: Flagellated fungal units of reproduction</a:t>
            </a:r>
            <a:endParaRPr/>
          </a:p>
        </p:txBody>
      </p:sp>
      <p:pic>
        <p:nvPicPr>
          <p:cNvPr id="647" name="Google Shape;64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9205" y="3665600"/>
            <a:ext cx="1767847" cy="1876763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6"/>
          <p:cNvSpPr txBox="1"/>
          <p:nvPr/>
        </p:nvSpPr>
        <p:spPr>
          <a:xfrm>
            <a:off x="4343400" y="4267200"/>
            <a:ext cx="441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Image from American Society for Microbiology</a:t>
            </a:r>
            <a:r>
              <a:rPr baseline="30000" lang="en" sz="1100">
                <a:solidFill>
                  <a:schemeClr val="dk1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1</a:t>
            </a:r>
            <a:endParaRPr baseline="30000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67"/>
          <p:cNvPicPr preferRelativeResize="0"/>
          <p:nvPr/>
        </p:nvPicPr>
        <p:blipFill rotWithShape="1">
          <a:blip r:embed="rId3">
            <a:alphaModFix amt="60000"/>
          </a:blip>
          <a:srcRect b="9448" l="7999" r="11531" t="10820"/>
          <a:stretch/>
        </p:blipFill>
        <p:spPr>
          <a:xfrm>
            <a:off x="7856550" y="-1087100"/>
            <a:ext cx="2501975" cy="24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7"/>
          <p:cNvSpPr txBox="1"/>
          <p:nvPr>
            <p:ph type="title"/>
          </p:nvPr>
        </p:nvSpPr>
        <p:spPr>
          <a:xfrm>
            <a:off x="3668675" y="766123"/>
            <a:ext cx="45498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Purpose</a:t>
            </a:r>
            <a:endParaRPr sz="5400"/>
          </a:p>
        </p:txBody>
      </p:sp>
      <p:sp>
        <p:nvSpPr>
          <p:cNvPr id="655" name="Google Shape;655;p67"/>
          <p:cNvSpPr txBox="1"/>
          <p:nvPr>
            <p:ph idx="1" type="subTitle"/>
          </p:nvPr>
        </p:nvSpPr>
        <p:spPr>
          <a:xfrm>
            <a:off x="3668675" y="1749875"/>
            <a:ext cx="4549800" cy="221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Perform a transcriptome analysis to visualize gene expression. </a:t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(Provide insight into potential virulence factors.)</a:t>
            </a:r>
            <a:endParaRPr sz="2300"/>
          </a:p>
        </p:txBody>
      </p:sp>
      <p:pic>
        <p:nvPicPr>
          <p:cNvPr id="656" name="Google Shape;65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6" y="-184521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97" y="2888468"/>
            <a:ext cx="1684062" cy="157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16645" y="3502475"/>
            <a:ext cx="1767847" cy="187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39394" y="1221267"/>
            <a:ext cx="1457845" cy="145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6424593">
            <a:off x="7755795" y="3592556"/>
            <a:ext cx="1797170" cy="169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012" y="-116125"/>
            <a:ext cx="814575" cy="8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19166" y="5326"/>
            <a:ext cx="875943" cy="8665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nd Zero of Amphibian 'Apocalypse' Finally Found | National Geographic" id="663" name="Google Shape;663;p67"/>
          <p:cNvPicPr preferRelativeResize="0"/>
          <p:nvPr/>
        </p:nvPicPr>
        <p:blipFill rotWithShape="1">
          <a:blip r:embed="rId8">
            <a:alphaModFix/>
          </a:blip>
          <a:srcRect b="0" l="22599" r="7196" t="0"/>
          <a:stretch/>
        </p:blipFill>
        <p:spPr>
          <a:xfrm>
            <a:off x="1023675" y="579075"/>
            <a:ext cx="2435400" cy="23094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dead frog, killed by Bd, lies on its back." id="664" name="Google Shape;664;p67"/>
          <p:cNvPicPr preferRelativeResize="0"/>
          <p:nvPr/>
        </p:nvPicPr>
        <p:blipFill rotWithShape="1">
          <a:blip r:embed="rId9">
            <a:alphaModFix/>
          </a:blip>
          <a:srcRect b="0" l="22024" r="23325" t="0"/>
          <a:stretch/>
        </p:blipFill>
        <p:spPr>
          <a:xfrm>
            <a:off x="1946015" y="2958825"/>
            <a:ext cx="1593600" cy="1641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670" name="Google Shape;670;p68"/>
          <p:cNvSpPr txBox="1"/>
          <p:nvPr>
            <p:ph idx="4294967295" type="subTitle"/>
          </p:nvPr>
        </p:nvSpPr>
        <p:spPr>
          <a:xfrm>
            <a:off x="720000" y="1120950"/>
            <a:ext cx="7580400" cy="3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General Workflow ( usegalaxy.eu):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Falco =&gt; Fastp =&gt; HISAT2 =&gt; StringTie =&gt; StringTie Merge =&gt; featureCounts =&gt; (1) </a:t>
            </a:r>
            <a:r>
              <a:rPr b="1" lang="en" sz="1700" u="sng">
                <a:latin typeface="Be Vietnam Pro"/>
                <a:ea typeface="Be Vietnam Pro"/>
                <a:cs typeface="Be Vietnam Pro"/>
                <a:sym typeface="Be Vietnam Pro"/>
              </a:rPr>
              <a:t>DESeq2</a:t>
            </a:r>
            <a:r>
              <a:rPr lang="en" sz="1700"/>
              <a:t> =&gt; Filter =&gt; Volcano Plot =&gt; Join Two Datasets =&gt; Cut =&gt; </a:t>
            </a:r>
            <a:r>
              <a:rPr lang="en" sz="1700"/>
              <a:t>(2)</a:t>
            </a:r>
            <a:r>
              <a:rPr lang="en" sz="1700"/>
              <a:t> </a:t>
            </a:r>
            <a:r>
              <a:rPr b="1" lang="en" sz="1700" u="sng">
                <a:latin typeface="Be Vietnam Pro"/>
                <a:ea typeface="Be Vietnam Pro"/>
                <a:cs typeface="Be Vietnam Pro"/>
                <a:sym typeface="Be Vietnam Pro"/>
              </a:rPr>
              <a:t>Heatmap2</a:t>
            </a:r>
            <a:r>
              <a:rPr lang="en" sz="1700"/>
              <a:t> =&gt; Filter =&gt; Cut =&gt; Convert =&gt; Replace Text =&gt; Cut =&gt; (3) </a:t>
            </a:r>
            <a:r>
              <a:rPr b="1" lang="en" sz="1700" u="sng">
                <a:latin typeface="Be Vietnam Pro"/>
                <a:ea typeface="Be Vietnam Pro"/>
                <a:cs typeface="Be Vietnam Pro"/>
                <a:sym typeface="Be Vietnam Pro"/>
              </a:rPr>
              <a:t>Join Two Datasets</a:t>
            </a:r>
            <a:endParaRPr b="1" sz="1700" u="sng"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(1): Takes the replicates of the two different conditions and compares them. Used to determine relative changes in gene expression.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(2): Visualizes the expression of a gene using a color gradient.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(3): Combined separate datasets to have comprehensive list of ID, function, and gene statistics.</a:t>
            </a:r>
            <a:endParaRPr sz="1700"/>
          </a:p>
        </p:txBody>
      </p:sp>
      <p:pic>
        <p:nvPicPr>
          <p:cNvPr descr="Galaxy" id="671" name="Google Shape;67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325" y="445025"/>
            <a:ext cx="2558025" cy="8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(DESeq2)</a:t>
            </a:r>
            <a:endParaRPr/>
          </a:p>
        </p:txBody>
      </p:sp>
      <p:sp>
        <p:nvSpPr>
          <p:cNvPr id="677" name="Google Shape;677;p69"/>
          <p:cNvSpPr txBox="1"/>
          <p:nvPr>
            <p:ph idx="2" type="subTitle"/>
          </p:nvPr>
        </p:nvSpPr>
        <p:spPr>
          <a:xfrm>
            <a:off x="636175" y="1164050"/>
            <a:ext cx="3675900" cy="30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Up-regulated in Zoospore = +log fold change; Up-regulated in Sporangia = -log fold change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Blue = significant difference in expression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Confirms certain gene </a:t>
            </a:r>
            <a:r>
              <a:rPr lang="en" sz="1600"/>
              <a:t>expression</a:t>
            </a:r>
            <a:r>
              <a:rPr lang="en" sz="1600"/>
              <a:t> levels vary in different reproductive structures.</a:t>
            </a:r>
            <a:endParaRPr sz="1600"/>
          </a:p>
        </p:txBody>
      </p:sp>
      <p:pic>
        <p:nvPicPr>
          <p:cNvPr id="678" name="Google Shape;67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750" y="4244850"/>
            <a:ext cx="363025" cy="35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9" title="Screenshot 2026-05-20 at 10.51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075" y="459375"/>
            <a:ext cx="4250450" cy="422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(Heatmap2)</a:t>
            </a:r>
            <a:endParaRPr/>
          </a:p>
        </p:txBody>
      </p:sp>
      <p:pic>
        <p:nvPicPr>
          <p:cNvPr id="685" name="Google Shape;68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125" y="1061700"/>
            <a:ext cx="363025" cy="35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70"/>
          <p:cNvSpPr txBox="1"/>
          <p:nvPr>
            <p:ph idx="4294967295" type="subTitle"/>
          </p:nvPr>
        </p:nvSpPr>
        <p:spPr>
          <a:xfrm>
            <a:off x="414946" y="1164050"/>
            <a:ext cx="3851100" cy="3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Visualizes the expression of a gene for </a:t>
            </a:r>
            <a:r>
              <a:rPr b="1" lang="en" sz="1600" u="sng">
                <a:latin typeface="Be Vietnam Pro"/>
                <a:ea typeface="Be Vietnam Pro"/>
                <a:cs typeface="Be Vietnam Pro"/>
                <a:sym typeface="Be Vietnam Pro"/>
              </a:rPr>
              <a:t>each</a:t>
            </a:r>
            <a:r>
              <a:rPr lang="en" sz="1600"/>
              <a:t> replicate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Darker blue = greater expression of gene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Light blue/white = </a:t>
            </a:r>
            <a:r>
              <a:rPr lang="en" sz="1600"/>
              <a:t>little</a:t>
            </a:r>
            <a:r>
              <a:rPr lang="en" sz="1600"/>
              <a:t> to no expression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 expression levels among the replicates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Noticable differences among different conditions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Differences in expression are potential subjects in later analysis</a:t>
            </a:r>
            <a:endParaRPr sz="1600"/>
          </a:p>
        </p:txBody>
      </p:sp>
      <p:pic>
        <p:nvPicPr>
          <p:cNvPr id="687" name="Google Shape;687;p70" title="Screenshot 2026-05-20 at 10.51.2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76184"/>
            <a:ext cx="4207875" cy="3823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(Join Two Datasets)</a:t>
            </a:r>
            <a:endParaRPr/>
          </a:p>
        </p:txBody>
      </p:sp>
      <p:sp>
        <p:nvSpPr>
          <p:cNvPr id="693" name="Google Shape;693;p71"/>
          <p:cNvSpPr txBox="1"/>
          <p:nvPr>
            <p:ph idx="2" type="subTitle"/>
          </p:nvPr>
        </p:nvSpPr>
        <p:spPr>
          <a:xfrm>
            <a:off x="720000" y="3326925"/>
            <a:ext cx="7503900" cy="1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Final table: Gene products and statistics for top 10 genes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Some uncharacterized proteins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Others had an unknown function (purpose not identified in NCBI database)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Currently </a:t>
            </a:r>
            <a:r>
              <a:rPr lang="en" sz="1600"/>
              <a:t>uncharacterized =&gt;</a:t>
            </a:r>
            <a:r>
              <a:rPr lang="en" sz="1600"/>
              <a:t> future research for ID and analysis? </a:t>
            </a:r>
            <a:endParaRPr sz="1600"/>
          </a:p>
        </p:txBody>
      </p:sp>
      <p:pic>
        <p:nvPicPr>
          <p:cNvPr id="694" name="Google Shape;694;p71" title="Screenshot 2026-05-20 at 10.42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25" y="1055705"/>
            <a:ext cx="7957350" cy="2385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2"/>
          <p:cNvSpPr txBox="1"/>
          <p:nvPr>
            <p:ph type="title"/>
          </p:nvPr>
        </p:nvSpPr>
        <p:spPr>
          <a:xfrm>
            <a:off x="713248" y="701775"/>
            <a:ext cx="46740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700" name="Google Shape;70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9954" y="1005492"/>
            <a:ext cx="1566765" cy="1550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730600">
            <a:off x="6510254" y="1195339"/>
            <a:ext cx="875943" cy="866548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72"/>
          <p:cNvSpPr/>
          <p:nvPr/>
        </p:nvSpPr>
        <p:spPr>
          <a:xfrm>
            <a:off x="567950" y="3521300"/>
            <a:ext cx="3937800" cy="795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e Vietnam Pro Medium"/>
              <a:ea typeface="Be Vietnam Pro Medium"/>
              <a:cs typeface="Be Vietnam Pro Medium"/>
              <a:sym typeface="Be Vietnam Pro Medium"/>
            </a:endParaRPr>
          </a:p>
        </p:txBody>
      </p:sp>
      <p:sp>
        <p:nvSpPr>
          <p:cNvPr id="703" name="Google Shape;703;p72"/>
          <p:cNvSpPr txBox="1"/>
          <p:nvPr>
            <p:ph idx="1" type="subTitle"/>
          </p:nvPr>
        </p:nvSpPr>
        <p:spPr>
          <a:xfrm>
            <a:off x="713225" y="1724950"/>
            <a:ext cx="5786700" cy="30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Medium"/>
                <a:ea typeface="Barlow Medium"/>
                <a:cs typeface="Barlow Medium"/>
                <a:sym typeface="Barlow Medium"/>
              </a:rPr>
              <a:t>References</a:t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latin typeface="Barlow Medium"/>
                <a:ea typeface="Barlow Medium"/>
                <a:cs typeface="Barlow Medium"/>
                <a:sym typeface="Barlow Medium"/>
              </a:rPr>
              <a:t>Hockman, Megan. “Skin Deep: How Bd and Bsal Fungi Threaten Amphibian Health.” ASM.Org, American Society for Microbiology, 2025, asm.org/magazine/2025/fall/skin-deep-how-bd-and-bsal-fungi-threaten-amphibian.</a:t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AutoNum type="arabicPeriod"/>
            </a:pPr>
            <a:r>
              <a:rPr lang="en">
                <a:latin typeface="Barlow Medium"/>
                <a:ea typeface="Barlow Medium"/>
                <a:cs typeface="Barlow Medium"/>
                <a:sym typeface="Barlow Medium"/>
              </a:rPr>
              <a:t>Greshko, Michael. “Ground Zero of Amphibian ‘Apocalypse’ Finally Found.” National Geographic, 10 May 2018, www.nationalgeographic.com/animals/article/amphibians-decline-frogs-chytrid-fungi-bd-animals-science.</a:t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l Cellular Biology and Histology Major for College by Slidesgo">
  <a:themeElements>
    <a:clrScheme name="Simple Light">
      <a:dk1>
        <a:srgbClr val="F8F8F8"/>
      </a:dk1>
      <a:lt1>
        <a:srgbClr val="0E2A35"/>
      </a:lt1>
      <a:dk2>
        <a:srgbClr val="4FC2EE"/>
      </a:dk2>
      <a:lt2>
        <a:srgbClr val="27AAE1"/>
      </a:lt2>
      <a:accent1>
        <a:srgbClr val="0081B2"/>
      </a:accent1>
      <a:accent2>
        <a:srgbClr val="005575"/>
      </a:accent2>
      <a:accent3>
        <a:srgbClr val="3C5292"/>
      </a:accent3>
      <a:accent4>
        <a:srgbClr val="FFFFFF"/>
      </a:accent4>
      <a:accent5>
        <a:srgbClr val="FFFFFF"/>
      </a:accent5>
      <a:accent6>
        <a:srgbClr val="FFFFFF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ell Cellular Biology and Histology Major for College by Slidesgo">
  <a:themeElements>
    <a:clrScheme name="Simple Light">
      <a:dk1>
        <a:srgbClr val="F8F8F8"/>
      </a:dk1>
      <a:lt1>
        <a:srgbClr val="0E2A35"/>
      </a:lt1>
      <a:dk2>
        <a:srgbClr val="4FC2EE"/>
      </a:dk2>
      <a:lt2>
        <a:srgbClr val="27AAE1"/>
      </a:lt2>
      <a:accent1>
        <a:srgbClr val="0081B2"/>
      </a:accent1>
      <a:accent2>
        <a:srgbClr val="005575"/>
      </a:accent2>
      <a:accent3>
        <a:srgbClr val="3C5292"/>
      </a:accent3>
      <a:accent4>
        <a:srgbClr val="FFFFFF"/>
      </a:accent4>
      <a:accent5>
        <a:srgbClr val="FFFFFF"/>
      </a:accent5>
      <a:accent6>
        <a:srgbClr val="FFFFFF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